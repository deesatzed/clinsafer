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bd17c13489478e" /><Relationship Type="http://schemas.openxmlformats.org/officeDocument/2006/relationships/extended-properties" Target="/docProps/app.xml" Id="R87e158143e0b46a2" /><Relationship Type="http://schemas.openxmlformats.org/officeDocument/2006/relationships/officeDocument" Target="/ppt/presentation.xml" Id="R40d3c025f65b42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96b55194524504"/>
  </p:sldMasterIdLst>
  <p:notesMasterIdLst>
    <p:notesMasterId xmlns:r="http://schemas.openxmlformats.org/officeDocument/2006/relationships" r:id="R932d9ce007984ae7"/>
  </p:notesMasterIdLst>
  <p:sldIdLst>
    <p:sldId xmlns:r="http://schemas.openxmlformats.org/officeDocument/2006/relationships" id="256" r:id="R5e26830b296a42ed"/>
    <p:sldId xmlns:r="http://schemas.openxmlformats.org/officeDocument/2006/relationships" id="257" r:id="R00c7b79bc3474066"/>
    <p:sldId xmlns:r="http://schemas.openxmlformats.org/officeDocument/2006/relationships" id="258" r:id="Rcbc8e64d0c6b4dd7"/>
    <p:sldId xmlns:r="http://schemas.openxmlformats.org/officeDocument/2006/relationships" id="259" r:id="Rc07c1aef5ca34c6b"/>
    <p:sldId xmlns:r="http://schemas.openxmlformats.org/officeDocument/2006/relationships" id="260" r:id="Ra2603d15721348ae"/>
    <p:sldId xmlns:r="http://schemas.openxmlformats.org/officeDocument/2006/relationships" id="261" r:id="Rcd130ecd5f34446d"/>
    <p:sldId xmlns:r="http://schemas.openxmlformats.org/officeDocument/2006/relationships" id="262" r:id="R8eda9ab6ebff4b11"/>
    <p:sldId xmlns:r="http://schemas.openxmlformats.org/officeDocument/2006/relationships" id="263" r:id="Re7c72a99ea844982"/>
    <p:sldId xmlns:r="http://schemas.openxmlformats.org/officeDocument/2006/relationships" id="264" r:id="Rc600ea8b1be94305"/>
    <p:sldId xmlns:r="http://schemas.openxmlformats.org/officeDocument/2006/relationships" id="265" r:id="R0ca0e816877c4c57"/>
    <p:sldId xmlns:r="http://schemas.openxmlformats.org/officeDocument/2006/relationships" id="266" r:id="R68b9949b64834606"/>
    <p:sldId xmlns:r="http://schemas.openxmlformats.org/officeDocument/2006/relationships" id="267" r:id="R34f9abaf12a0417c"/>
    <p:sldId xmlns:r="http://schemas.openxmlformats.org/officeDocument/2006/relationships" id="268" r:id="R8afab2cf80e945cc"/>
    <p:sldId xmlns:r="http://schemas.openxmlformats.org/officeDocument/2006/relationships" id="269" r:id="R7b8a9f83d6564b34"/>
    <p:sldId xmlns:r="http://schemas.openxmlformats.org/officeDocument/2006/relationships" id="270" r:id="R6aac4e82d89b4d60"/>
    <p:sldId xmlns:r="http://schemas.openxmlformats.org/officeDocument/2006/relationships" id="271" r:id="Rba960ab6c48b4abe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6b55194524504" /><Relationship Type="http://schemas.openxmlformats.org/officeDocument/2006/relationships/theme" Target="/ppt/theme/theme1.xml" Id="R2b7ecf08c70f4d1d" /><Relationship Type="http://schemas.openxmlformats.org/officeDocument/2006/relationships/notesMaster" Target="/ppt/notesMasters/notesMaster1.xml" Id="R932d9ce007984ae7" /><Relationship Type="http://schemas.openxmlformats.org/officeDocument/2006/relationships/presProps" Target="/ppt/presProps.xml" Id="Rdeb2fcde31a44a5f" /><Relationship Type="http://schemas.openxmlformats.org/officeDocument/2006/relationships/viewProps" Target="/ppt/viewProps.xml" Id="Rc0272efe13b54d92" /><Relationship Type="http://schemas.openxmlformats.org/officeDocument/2006/relationships/tableStyles" Target="/ppt/tableStyles.xml" Id="R9433d73305814d07" /><Relationship Type="http://schemas.openxmlformats.org/officeDocument/2006/relationships/slide" Target="/ppt/slides/slide1.xml" Id="R5e26830b296a42ed" /><Relationship Type="http://schemas.openxmlformats.org/officeDocument/2006/relationships/slide" Target="/ppt/slides/slide2.xml" Id="R00c7b79bc3474066" /><Relationship Type="http://schemas.openxmlformats.org/officeDocument/2006/relationships/slide" Target="/ppt/slides/slide3.xml" Id="Rcbc8e64d0c6b4dd7" /><Relationship Type="http://schemas.openxmlformats.org/officeDocument/2006/relationships/slide" Target="/ppt/slides/slide4.xml" Id="Rc07c1aef5ca34c6b" /><Relationship Type="http://schemas.openxmlformats.org/officeDocument/2006/relationships/slide" Target="/ppt/slides/slide5.xml" Id="Ra2603d15721348ae" /><Relationship Type="http://schemas.openxmlformats.org/officeDocument/2006/relationships/slide" Target="/ppt/slides/slide6.xml" Id="Rcd130ecd5f34446d" /><Relationship Type="http://schemas.openxmlformats.org/officeDocument/2006/relationships/slide" Target="/ppt/slides/slide7.xml" Id="R8eda9ab6ebff4b11" /><Relationship Type="http://schemas.openxmlformats.org/officeDocument/2006/relationships/slide" Target="/ppt/slides/slide8.xml" Id="Re7c72a99ea844982" /><Relationship Type="http://schemas.openxmlformats.org/officeDocument/2006/relationships/slide" Target="/ppt/slides/slide9.xml" Id="Rc600ea8b1be94305" /><Relationship Type="http://schemas.openxmlformats.org/officeDocument/2006/relationships/slide" Target="/ppt/slides/slide10.xml" Id="R0ca0e816877c4c57" /><Relationship Type="http://schemas.openxmlformats.org/officeDocument/2006/relationships/slide" Target="/ppt/slides/slide11.xml" Id="R68b9949b64834606" /><Relationship Type="http://schemas.openxmlformats.org/officeDocument/2006/relationships/slide" Target="/ppt/slides/slide12.xml" Id="R34f9abaf12a0417c" /><Relationship Type="http://schemas.openxmlformats.org/officeDocument/2006/relationships/slide" Target="/ppt/slides/slide13.xml" Id="R8afab2cf80e945cc" /><Relationship Type="http://schemas.openxmlformats.org/officeDocument/2006/relationships/slide" Target="/ppt/slides/slide14.xml" Id="R7b8a9f83d6564b34" /><Relationship Type="http://schemas.openxmlformats.org/officeDocument/2006/relationships/slide" Target="/ppt/slides/slide15.xml" Id="R6aac4e82d89b4d60" /><Relationship Type="http://schemas.openxmlformats.org/officeDocument/2006/relationships/slide" Target="/ppt/slides/slide16.xml" Id="Rba960ab6c48b4a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cd53811b60c45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792c92f96c4477" /><Relationship Type="http://schemas.openxmlformats.org/officeDocument/2006/relationships/notesMaster" Target="/ppt/notesMasters/notesMaster1.xml" Id="Rcdfc4dcc2a2949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6fdf19059f43e1" /><Relationship Type="http://schemas.openxmlformats.org/officeDocument/2006/relationships/notesMaster" Target="/ppt/notesMasters/notesMaster1.xml" Id="R6be79d5208894a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61e96f08f7419d" /><Relationship Type="http://schemas.openxmlformats.org/officeDocument/2006/relationships/notesMaster" Target="/ppt/notesMasters/notesMaster1.xml" Id="R96eda4b27fb146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5b9c028a7b4464" /><Relationship Type="http://schemas.openxmlformats.org/officeDocument/2006/relationships/notesMaster" Target="/ppt/notesMasters/notesMaster1.xml" Id="Rd735c5c33d8242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9affa9b34a47c8" /><Relationship Type="http://schemas.openxmlformats.org/officeDocument/2006/relationships/notesMaster" Target="/ppt/notesMasters/notesMaster1.xml" Id="R517188d848684d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bf5f87b1fb41a6" /><Relationship Type="http://schemas.openxmlformats.org/officeDocument/2006/relationships/notesMaster" Target="/ppt/notesMasters/notesMaster1.xml" Id="Ra768a2b5af1442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32bec43f4c49aa" /><Relationship Type="http://schemas.openxmlformats.org/officeDocument/2006/relationships/notesMaster" Target="/ppt/notesMasters/notesMaster1.xml" Id="R28bcb7d4a4ae48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f179ee08c7406a" /><Relationship Type="http://schemas.openxmlformats.org/officeDocument/2006/relationships/notesMaster" Target="/ppt/notesMasters/notesMaster1.xml" Id="R4066d2cf1f224f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a89e09d1e34d50" /><Relationship Type="http://schemas.openxmlformats.org/officeDocument/2006/relationships/notesMaster" Target="/ppt/notesMasters/notesMaster1.xml" Id="Rcb5bc400438549f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f6e73168404297" /><Relationship Type="http://schemas.openxmlformats.org/officeDocument/2006/relationships/notesMaster" Target="/ppt/notesMasters/notesMaster1.xml" Id="R259d12b2e2e94d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840797811f4d6e" /><Relationship Type="http://schemas.openxmlformats.org/officeDocument/2006/relationships/notesMaster" Target="/ppt/notesMasters/notesMaster1.xml" Id="Rcb0c0cdb03824d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133399cc294155" /><Relationship Type="http://schemas.openxmlformats.org/officeDocument/2006/relationships/notesMaster" Target="/ppt/notesMasters/notesMaster1.xml" Id="Ra7c991071eb842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7364cd27934c62" /><Relationship Type="http://schemas.openxmlformats.org/officeDocument/2006/relationships/notesMaster" Target="/ppt/notesMasters/notesMaster1.xml" Id="Ra033adb8110644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3fcd43766043b9" /><Relationship Type="http://schemas.openxmlformats.org/officeDocument/2006/relationships/notesMaster" Target="/ppt/notesMasters/notesMaster1.xml" Id="R724c77311f2644e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d7bbb44d6242d9" /><Relationship Type="http://schemas.openxmlformats.org/officeDocument/2006/relationships/notesMaster" Target="/ppt/notesMasters/notesMaster1.xml" Id="R41eb3da3dd834f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c9963d39384bfa" /><Relationship Type="http://schemas.openxmlformats.org/officeDocument/2006/relationships/notesMaster" Target="/ppt/notesMasters/notesMaster1.xml" Id="R4017e511e6b442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fear, misunderstanding, anxiety framing, or stoic denial,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and infers concepts if blank.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human defense patterns,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 case if they ask what "human" means beyond embarrassment: defense pattern distortion.</a:t>
            </a:r>
          </a:p>
          <a:p xmlns:a="http://schemas.openxmlformats.org/drawingml/2006/main">
            <a:r>
              <a:t>- It bridges anxious somatic amplification/reassurance seeking and stoic minimization/denial without using stigmatizing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1fc5a272db48c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5438a159200476e" /><Relationship Type="http://schemas.openxmlformats.org/officeDocument/2006/relationships/slideLayout" Target="/ppt/slideLayouts/slideLayout2.xml" Id="R97e33901144e4f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e33901144e4f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c8f97870f94cb7" /><Relationship Type="http://schemas.openxmlformats.org/officeDocument/2006/relationships/notesSlide" Target="/ppt/notesSlides/notesSlide1.xml" Id="Rdc215231338648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e02af6cba74adf" /><Relationship Type="http://schemas.openxmlformats.org/officeDocument/2006/relationships/notesSlide" Target="/ppt/notesSlides/notesSlide2.xml" Id="R5a7fe5e8df8046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d8f8142788484f" /><Relationship Type="http://schemas.openxmlformats.org/officeDocument/2006/relationships/notesSlide" Target="/ppt/notesSlides/notesSlide3.xml" Id="R1710a33141b84f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0c8ed764674b4d" /><Relationship Type="http://schemas.openxmlformats.org/officeDocument/2006/relationships/notesSlide" Target="/ppt/notesSlides/notesSlide4.xml" Id="R749ffc429fdf41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148f3528384215" /><Relationship Type="http://schemas.openxmlformats.org/officeDocument/2006/relationships/notesSlide" Target="/ppt/notesSlides/notesSlide5.xml" Id="R0aa3a2b49d5a42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5ea46e18c343a7" /><Relationship Type="http://schemas.openxmlformats.org/officeDocument/2006/relationships/notesSlide" Target="/ppt/notesSlides/notesSlide6.xml" Id="R5c8361f54c1a48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c6a5162e5d4f12" /><Relationship Type="http://schemas.openxmlformats.org/officeDocument/2006/relationships/notesSlide" Target="/ppt/notesSlides/notesSlide7.xml" Id="R9ddce223fcec49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c0451074214a6a" /><Relationship Type="http://schemas.openxmlformats.org/officeDocument/2006/relationships/notesSlide" Target="/ppt/notesSlides/notesSlide8.xml" Id="Reb9200eaa5544a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6c8c8d3ba14381" /><Relationship Type="http://schemas.openxmlformats.org/officeDocument/2006/relationships/notesSlide" Target="/ppt/notesSlides/notesSlide9.xml" Id="Re8c14466cc5f4c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ecacd9836d4af4" /><Relationship Type="http://schemas.openxmlformats.org/officeDocument/2006/relationships/notesSlide" Target="/ppt/notesSlides/notesSlide10.xml" Id="R74093327df4348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b3a255654e4287" /><Relationship Type="http://schemas.openxmlformats.org/officeDocument/2006/relationships/notesSlide" Target="/ppt/notesSlides/notesSlide11.xml" Id="R31d50ba8c9bd47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526d022ef54942" /><Relationship Type="http://schemas.openxmlformats.org/officeDocument/2006/relationships/notesSlide" Target="/ppt/notesSlides/notesSlide12.xml" Id="R61524e079eb246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bbce30079f4f0d" /><Relationship Type="http://schemas.openxmlformats.org/officeDocument/2006/relationships/notesSlide" Target="/ppt/notesSlides/notesSlide13.xml" Id="R8bfd63a6434743e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a257a0b66d4210" /><Relationship Type="http://schemas.openxmlformats.org/officeDocument/2006/relationships/notesSlide" Target="/ppt/notesSlides/notesSlide14.xml" Id="R2ed2b0ff632649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9e5040aa34450e" /><Relationship Type="http://schemas.openxmlformats.org/officeDocument/2006/relationships/notesSlide" Target="/ppt/notesSlides/notesSlide15.xml" Id="Reef31e026c464b7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2e9dc29f6443a3" /><Relationship Type="http://schemas.openxmlformats.org/officeDocument/2006/relationships/notesSlide" Target="/ppt/notesSlides/notesSlide16.xml" Id="Rabf42e908e2e46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E0B75FC5-CC15-456C-BF34-72EF08A5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3743CA-367A-430B-92E4-124F4127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DE25A23-4767-4C03-A4FF-0C1F67C6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972ED-DF84-4EFB-A071-588C7A30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9351C-FC7F-42AE-9584-3EF7DCBC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DD545-5ADA-439A-8938-7F865BA9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0891C-23EE-4250-A170-3AB7EA4B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765F9-D198-498F-96F3-05B7DC50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EC364-F780-4C86-A0D3-650A209B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6AF85-3539-43B6-9873-02AB8DF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D3EF25-16B2-4B64-AD73-FC372D68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C0798-E106-4D08-9CC8-37B7CDD1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DE66E-DD0B-41B7-9A2A-8728059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357931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36439962-F143-407C-857F-5A483D03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A09503-0B29-4793-BC6D-945B1C98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724486-6D17-4BDA-BD28-193A293D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70636EB-B438-4124-BE71-3C8F305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20AF1-FB3D-4856-9595-1A33AB4B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EEBD8-8E3B-47F4-B083-5D8A127E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3C35B-437A-4198-8073-FE678DE1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07155-0B08-4D2B-846F-7D19FD47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3D2F1D-DAEF-4FE5-AA5A-3E129F27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C378C3-3619-40B8-B547-ED0BFF08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453B0-442F-41F5-BEC1-3EEB5B09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CE070-E907-428E-B01B-89C91359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F33C4AC-5B8F-468A-B73D-B77279A3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F6FEE95-BF0C-42FE-8CE3-4CE2952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8542770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3091B0F4-CAAC-4514-9415-84A54B9E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EECC71A-C072-4EE3-B3D5-BDDF2AD5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4581BA-B684-4A9F-86E2-C7B63357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DB5BFAA-CD3F-4E6E-993F-80D42EED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2AE4D-81AF-4D59-B31C-D9A50352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3FE9-5A0E-4409-9DB1-6C09F5B2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3BBC74-1552-47FB-B692-7056CEEF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DCE530-5F09-4038-843D-9B7814CD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063BA-9990-40D2-94AF-402CA828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FCE29-1245-400D-B63E-45B7330C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FC3B7-CD42-4117-B5B7-055078E6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B80DD-19AD-4FF9-9782-E1A5CD9D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5E3E3-0862-4030-A4FF-6AA67484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9AE6CD-A9BB-433F-A150-A6792B59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4167BAE-0BD2-473F-AD3A-8B14E266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2245CB06-1161-4D76-9954-C24281E0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825986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0286B3FE-DEB3-4390-AC86-43FFD81E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818AAA5-8954-4F24-AC46-BD97B967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C0115C-CA57-4A41-8A45-AF6CDEC7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D27B987-F126-4479-981A-A1265584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AC227-CACD-43DC-969D-286147D3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FBEEA-C2E0-4C09-B82C-0E2DAEA0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C53AA-86D8-4D9B-86AD-A83CE3D1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9777D9-40A1-4989-93D3-F139315B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802CBE-01D3-4017-BFBA-72617D66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90E3E-3BC2-4279-8B13-BD9FC9C4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4CBBF-4D5F-49D0-A0B3-A0F67B33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75C517-3E5D-4C6B-8A63-674A8839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E69B5-2494-455E-97C1-C19FA6F1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CD404-50D6-4678-A775-2D20C3B1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24A3F-332C-40CB-9F9A-CEC860D2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50976E-C4AD-47B5-BFCA-D1A02E32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ECFFC0-9A4A-4BFA-B295-DF9DDC19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9D807-4FA0-41D8-AF3D-E58DAA51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0DA8C-DBAA-4F04-96CB-1F501333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B91F304-1C9B-4E0C-BA90-8094C35A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AA97FB9-6B9E-4FB3-BDA7-671F9137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506556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B762F74-2918-4F95-83C1-6CF97BD5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CD05252-0491-4A40-975E-2C01B83B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3A3F47-DD8E-4403-8699-BC0AA7D4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8A07075-D7B3-464D-831C-44150A1B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EC4F7-5BE3-42EF-9866-C3485A15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5A4B3-EE4A-4322-AA01-FE4DAD3C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F28A5-41E8-4BA5-ADAF-228BFC89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5853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04FF1-1374-4B43-94F7-B05A5A00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7625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678FD-5B9C-41CA-BD02-7843D5F7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1054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80795B-4CF7-4B64-BCB6-AE108010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71309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076B2-D667-49E6-BD64-0B727AC6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864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44E718-24F0-4F8C-A535-51B6B664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2293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4B033-3BDA-4080-919F-2E38B648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8408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3EC05-8B14-4078-86FE-C19F2FAA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0104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2D79D8-63BE-4D7E-A634-127ACEA1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3533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concept fields are inferred from question plus answer text.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83215C4-C34C-48D6-8F67-F5F62268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7DEE0F9-105A-44EB-AADC-8526BC13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7157652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106C5A2-65BA-4B02-BBD7-52558CDC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D81A0C5-2C26-4170-904E-30FF61D9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CEEE43-3B47-44B1-AF4E-B22CAEE0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A57D0CE-CEC3-4C3C-A970-D266C962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517CE-97B4-4D85-8866-EB2B5294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8CDE6-6E21-419C-8EB1-784B2BD2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940AA6-B0A9-4BE0-B779-9BAE983E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Dialogue, source, patient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3B32F5-6354-4174-9A29-1EE8AF0C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A02CD-B14E-4BA8-9AB1-A6C326D1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83F4B-2F25-4607-9D23-3F544F8F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8CCB0-EA0A-48D9-A012-CA32D012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7659BE-1F64-4C71-9B12-506F934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8F5EC-AA9E-438B-B5AF-BA92CA5A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34D15B-5600-41AB-A928-521385E4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4885C-E5CB-45CB-92DE-C50B58F2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0AD0E-F04A-4D74-90AF-E44BC333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628D6-78BE-4F87-B44E-20612B3D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B01E5D-642E-456A-A805-CF7C77B9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57DC81-66E4-45E5-BB27-B703D8FB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9EF77C-7C7E-4A5A-B3E9-5190DD3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47C900-0E24-4A93-97E3-2D99C4C6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9B7A55-ADDE-42E7-9583-328C0D40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D3690-CDA0-4639-A285-101CFCC4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A7A322-58D4-4E09-A3FA-2F7047D2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00E0F3-7D52-4528-A99B-FC2C6DC9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F8F1A-8F7A-44B9-BDBC-CEE6D404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1FE7F0-28D4-4F76-8DF7-46CABA0E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D93C5D-78A8-4CC9-B1E3-64B28DEE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1DC0F73-67F2-4C72-AA5F-3718E2A2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B5800A3-25DF-45A2-8E7E-A3B5EED1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610703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121D6E2C-186F-42A7-808A-051EEA83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8D11AE0-37DF-401E-888B-C37931B8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19A003-7F9C-4D94-B136-B9E35D41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4FA3A7F-AC51-4AB7-AB8A-184C98B6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570E7-F2E6-4A03-BC2F-9616ED98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D6410-02DE-4A3D-AC66-8758B6F9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C177B-5998-4A4E-B2F1-5B296BE5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54BB2-C421-481C-B122-43B42558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264E5-8E39-484F-B555-1235FFD7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A4875-4176-45AD-8CDE-20C1B0C3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F5ACA1-7476-4A2E-B643-09199566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7F0DB-06E4-48DE-AAF1-4266783B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2717C-39A7-415D-A276-F773BD4E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39FA4-28F1-4F9B-9BAC-DCA62933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0DC7AA-53FC-488A-BAF0-C52D5FC5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00F1E7-BEB0-436E-8A4C-01089FC4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9EA21-7DBC-48F1-8F81-6CA000A8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86FC2C-87C9-4C1C-ADBD-2B57D6B9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22F25-78C2-45D4-A150-B2AA2322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513F26-CAC7-4B46-9DB0-C1000AF4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44723-BC40-4CEE-993D-FAF9CC4E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425BB-DF40-4188-9D20-79D5BF2F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83A19C-023F-4497-B026-2C09755C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018670-BFFD-44C9-B87C-03B8373E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B1D4E8-7B35-4779-B859-367B6A93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4CBB8B6-7757-47F9-BD40-969CE99C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39381781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11E784D9-C903-4C39-BFEB-AB15FCFA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761AFC41-D739-4E76-8A76-4F4A310E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4AFC63-1DF9-4D6B-9703-B9224F0B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1112165-97D1-4C26-8AEC-C42604CE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397B3-AA02-4B15-B125-718F06A1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93B8D-566B-40FC-832E-3B8184C4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C5D0A-965E-4AEA-948D-9DCA4990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08A04-C2AE-4222-BE8C-6E9D3BBD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E3ABDF-FAFB-4F72-B9F8-E9A1F1DA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9A15B-6100-4627-9300-5790E800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AC9A2-AD21-421E-B87E-F0BF905E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8FD3F-64DA-461D-973C-BF3B64F2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Human factors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4979CB-9AF0-4932-AC00-EF3A5A74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Defense/disclosure cues become inference limits and next-question strategy, not patient labels.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13E70-F4F3-4954-A2BE-EE6D8AF1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ED00E-B4E4-458C-8E47-3F2E892D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52C6CB-B90B-4D07-8327-BB025A87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C9819A6-96AB-4EF7-8E23-475F83FE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5DDE8EA-D25E-4735-80BB-E8D2D738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2083026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61D71293-E08B-486A-9DFE-2D9FC962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DF1B0C7-BB4B-45E7-ABA3-3B9A4128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56C249-C67A-4940-ACBB-EF1D4A82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D72A8A1-92A6-4BDC-8E9B-4C50EA88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7CED2-38FA-4593-8953-F9EF1530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BBC8E-3B9A-46D6-80FB-551AA36E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9ADD9-9EC6-41FA-8F9D-800F7B25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DA97C-9A33-48B4-A778-46DB28BC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C2C6D-88DE-487A-922B-5DE0D7BC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61776-4ECB-4D0F-AEB2-43CAF55B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B9B03-9CDC-4DCD-A2AA-F413AD7F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D2AD11-6BCA-46B2-9E36-1586A4AC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333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9AD954-4BC6-4900-B330-151A5841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394A76-A492-43F7-BB02-53B3B482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E4FD3D-85C2-4071-8272-F83077E0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6FE37-66E8-4CFF-B23A-20DD8F8B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6DA161A-B179-4E65-8940-B9A223F0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B9EA37B-5E76-41CA-B0E5-B12E1CDD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0520812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6F8B6743-6027-4CDB-B622-2BEE1856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2242FCD-C51A-475F-A78F-E1313F0B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D96225-49F9-4965-8F99-8280143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3CAB99A-490C-4508-8541-3A15385D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4CEBD-8727-4CFC-978D-34440310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D5A012-49F4-4E2B-A138-8592AE4B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A6125-2002-4336-8CF5-A46F73B4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A96A0-3D3B-418F-819D-D208CBA5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5303F-AB9B-4122-B73B-E2224AF2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8BF67-C4F8-4DEC-A7F7-54C4CE5A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4DEA2-6375-4EE9-A9C9-1411FE10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23EC69-7E03-44E2-9C52-2DFC2229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Defense pattern distortion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6AF0E-A32F-454C-A265-FE483BF1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labels exertional pressure as anxiety while also trying to tough it out.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4E5A0-7CFF-411D-8E04-B9B08D12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00F15A-4FCF-4958-8090-D49ED1CE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691DD7-89D9-4077-B287-D7596AFC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E63098D-894C-4BD0-8958-A87DE440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DD74546-E530-435C-B94C-FC2A8EB8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92039312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67A9AF9-6159-47EF-83F4-FF8FAAFB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0C16961-FAAE-46BB-AFFC-9AC4A07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458030-933D-403D-8FFC-772F0B66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CCF845-EE72-4A4C-86B0-6A43A732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D8E547-0A25-4354-84B2-782E7DA3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58CBD-540C-4E86-AF62-23D5D459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A87D4-2B3C-475C-B6D6-FA7F4269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6AFE7-DA0A-48A7-ACA9-A95F0F92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31B6F-776F-405C-AB57-66CDE985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0691E-582D-4EF6-BA77-C11EF352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9F6DBD-2445-43EF-B102-99184BC1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F3E38-EB48-4971-824B-3BF1386A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E1E2DA-D663-412E-B4FF-EB9CFA51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28149B7-8145-4143-A452-D72E15E8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295F417-A91B-4238-9050-E733F3CA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4964860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678B48CB-A6C3-47F4-A191-2F6389B7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79DE1AD-939D-44DD-BDE2-F3EAC976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B85F24-0361-4739-B4AF-CE886E56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B40A5D-F25A-421B-9542-F2B91B4F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3D80A-40D2-4DAE-8269-81499DC7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B7FF9-B73D-42B7-81B5-62508D4F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26378-DE60-45A8-88A8-B6C88DE0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73D23-4848-4EB6-BA97-F8EF51B1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2AE54-FB01-4E62-BDFA-CC513B9D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23404-5366-40BC-BA61-3F6689D3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006D34-A145-4247-8960-AE566C2F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D595E7-D075-4A13-A465-5A1ED8E3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84A9A7-89ED-492A-93E3-976F91B6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F157B-DB56-4102-A322-72AE44CE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64823-D71C-4942-8027-CDBD8A1D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A549E-D095-4272-909E-0BEFF707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012D4E-E37E-4319-B098-4DDB2AA5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055EF-479D-4CFE-B76B-F9C6BF64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ACCFA2-0B59-4080-B8DB-25187640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8A1FF8-464B-4880-AF1A-79C6A59F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3127D7-FE62-4360-AACB-75BD017C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DDC478-E25D-4B4F-97F7-ED808491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E34F14E-4049-4FF4-B977-143BDA34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43AB6EB-E8B3-4819-9273-8E4D9B08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6169152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9187CCE6-7CAC-4A34-9CF2-CAF3ABB4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0F77B53-3E47-4E8A-B82E-A4C6DB7E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4E50EA-6526-4704-8745-C892006B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BD7C25C-77BD-43AC-8669-E52447A1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9E721-6A85-4713-B818-9BEE0831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57F39-A23C-4FDE-9476-B29990CD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98B7A-D886-412D-B065-0F5E9E8D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9072E-64E4-4C87-A34E-54E4FD8F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8F9DE-51EA-48FE-A6D9-89E4E40E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E20B9-363A-4E3D-B184-4F5B64CD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2184B-8CF3-4766-8232-21A60EAE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C2434-FCD0-4D8F-8460-2320BB53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D999C-71A6-4DAC-B50B-707C2E1D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F0ACD1-93BC-4B3E-ABDE-7EB3AEC9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8496EAD-735A-42C8-B506-57A6A2F8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C3C372E-1144-4FDD-B332-D2B8AF56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8143302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402896F-6EF1-4541-B85B-ACC1788D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9FA68EA-F2DE-4392-B5A8-CED41DDA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16C891-CCA9-4D94-9117-D547FABC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47C26EF-F2A8-46F6-9E9D-69D93BDB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A948A-884F-406F-8B7D-08BDC146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064B3-2E73-4573-8C07-80338E28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DAEA8-2BDB-4DE6-A720-7014C2F7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E01B6-0608-4701-A90B-640CCC3F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4BD16-880C-4F7A-92F1-D44319C7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F36015-824B-4408-B0BC-457C82AA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BFABF-5BDD-458B-8150-898090D2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00DFE-B595-4E40-BCAC-5C26FF4C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FC2C2-2495-4C83-8B77-CBF76390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B6827-32CD-4241-8A28-F237693D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3814ED2-3FA5-4C8A-A794-D5FBB66F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7F039FA-994F-4CCF-8480-99F7FB05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59436446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38B3170-1105-4B08-B9B3-A3F4D738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C89BE01-4293-44E7-9DD2-1F70482A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D1E222-2F2C-46C5-8F45-701C0DFA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AD04CBA-64B3-4E8D-9C6B-F4017F32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216D8-6967-4AF1-AC82-B67E0DDA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FAB1D-294E-42A2-BCDC-BEA30EBB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B3B70-770E-48D7-8101-EFFBE605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5F300-3703-44AE-AE62-9EA052AC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25213-FD34-4684-8265-AE758FE2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CB37F-5788-4A44-8BC5-EDF8B35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FF567-B21C-4955-BC61-262F4E23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6BFDC-19E0-4AE7-9F0D-52571DC8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AC59E-A73D-463D-A63E-4683826C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EF1C76-8D6F-49D5-B09F-57B98158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39D7D-A9C8-42B2-B84B-D7D4DF36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4F60D-B832-4731-9EDE-B9BDD696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9B4443F-1C67-498F-8F7C-64468E42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4D0E34C-B841-41CD-8B36-9A2A01E9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4054684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70B25E0-9776-43E2-A67B-F5023826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582FED7-B486-4FEA-9489-84C52507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664EC5-457F-4E69-8566-20BE17F3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1FFCA1D-3CB9-4784-B487-D940D408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F388B-3DC2-4ED2-8AD3-4856553D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3E619-B842-4F41-9C1C-9433E4FB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949E0-E5A6-4D51-AF3A-EF64FBEA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84AFC-9B6A-4849-8C7B-E7F3B2FD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0D2D8-1A60-4896-858E-79D695C2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802322-AFD2-47C7-AC78-AAD13237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CBACA-C114-4379-B806-9A614681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29C9B6-E8F6-40E0-9A61-ED10CA24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90171-9672-46C6-9691-A00FED76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289234-25FD-4574-A5CB-14F4B7B5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DE023E-0C16-42AA-8C90-94DA8A72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FAAED7B-8167-423C-9D31-54C17008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64B39F9-D9B5-4D2A-B589-110619C5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830985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2026-04-28T14:43:35.2250000Z</dcterms:created>
  <dcterms:modified xsi:type="dcterms:W3CDTF">2026-04-28T14:43:35.2250000Z</dcterms:modified>
</coreProperties>
</file>