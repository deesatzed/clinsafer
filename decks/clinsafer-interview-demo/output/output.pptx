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26571cf9ba4823" /><Relationship Type="http://schemas.openxmlformats.org/officeDocument/2006/relationships/extended-properties" Target="/docProps/app.xml" Id="R5843ad4527594963" /><Relationship Type="http://schemas.openxmlformats.org/officeDocument/2006/relationships/officeDocument" Target="/ppt/presentation.xml" Id="Rf29a1bf3d06748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306ee5153842a5"/>
  </p:sldMasterIdLst>
  <p:notesMasterIdLst>
    <p:notesMasterId xmlns:r="http://schemas.openxmlformats.org/officeDocument/2006/relationships" r:id="Rb4215a4d4120423d"/>
  </p:notesMasterIdLst>
  <p:sldIdLst>
    <p:sldId xmlns:r="http://schemas.openxmlformats.org/officeDocument/2006/relationships" id="256" r:id="Re07794cec6f249d4"/>
    <p:sldId xmlns:r="http://schemas.openxmlformats.org/officeDocument/2006/relationships" id="257" r:id="R652f8e453e5144a0"/>
    <p:sldId xmlns:r="http://schemas.openxmlformats.org/officeDocument/2006/relationships" id="258" r:id="Rd9e31df618db4849"/>
    <p:sldId xmlns:r="http://schemas.openxmlformats.org/officeDocument/2006/relationships" id="259" r:id="R8e5859fc0f3f4422"/>
    <p:sldId xmlns:r="http://schemas.openxmlformats.org/officeDocument/2006/relationships" id="260" r:id="R19b5b9aaaac24bcf"/>
    <p:sldId xmlns:r="http://schemas.openxmlformats.org/officeDocument/2006/relationships" id="261" r:id="R20ecb1d858e5490c"/>
    <p:sldId xmlns:r="http://schemas.openxmlformats.org/officeDocument/2006/relationships" id="262" r:id="R939acde7ddf845ae"/>
    <p:sldId xmlns:r="http://schemas.openxmlformats.org/officeDocument/2006/relationships" id="263" r:id="R1a65f8ef9fbd4b8f"/>
    <p:sldId xmlns:r="http://schemas.openxmlformats.org/officeDocument/2006/relationships" id="264" r:id="R8a6237acc2c04b16"/>
    <p:sldId xmlns:r="http://schemas.openxmlformats.org/officeDocument/2006/relationships" id="265" r:id="Rcbc61d3ff1784330"/>
    <p:sldId xmlns:r="http://schemas.openxmlformats.org/officeDocument/2006/relationships" id="266" r:id="Rc3eb430a02864404"/>
    <p:sldId xmlns:r="http://schemas.openxmlformats.org/officeDocument/2006/relationships" id="267" r:id="R8f2a168c594e4893"/>
    <p:sldId xmlns:r="http://schemas.openxmlformats.org/officeDocument/2006/relationships" id="268" r:id="Rceb856d306db460c"/>
    <p:sldId xmlns:r="http://schemas.openxmlformats.org/officeDocument/2006/relationships" id="269" r:id="Rb0f4c95d173648f5"/>
    <p:sldId xmlns:r="http://schemas.openxmlformats.org/officeDocument/2006/relationships" id="270" r:id="R81dce22f1bd04dae"/>
    <p:sldId xmlns:r="http://schemas.openxmlformats.org/officeDocument/2006/relationships" id="271" r:id="Rfeb41aa398504f33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06ee5153842a5" /><Relationship Type="http://schemas.openxmlformats.org/officeDocument/2006/relationships/theme" Target="/ppt/theme/theme1.xml" Id="R979f21e03c9e4dc5" /><Relationship Type="http://schemas.openxmlformats.org/officeDocument/2006/relationships/notesMaster" Target="/ppt/notesMasters/notesMaster1.xml" Id="Rb4215a4d4120423d" /><Relationship Type="http://schemas.openxmlformats.org/officeDocument/2006/relationships/presProps" Target="/ppt/presProps.xml" Id="R8ec808012b6845e0" /><Relationship Type="http://schemas.openxmlformats.org/officeDocument/2006/relationships/viewProps" Target="/ppt/viewProps.xml" Id="Rc2fde3c01f20437a" /><Relationship Type="http://schemas.openxmlformats.org/officeDocument/2006/relationships/tableStyles" Target="/ppt/tableStyles.xml" Id="R24f33af34c0243f5" /><Relationship Type="http://schemas.openxmlformats.org/officeDocument/2006/relationships/slide" Target="/ppt/slides/slide1.xml" Id="Re07794cec6f249d4" /><Relationship Type="http://schemas.openxmlformats.org/officeDocument/2006/relationships/slide" Target="/ppt/slides/slide2.xml" Id="R652f8e453e5144a0" /><Relationship Type="http://schemas.openxmlformats.org/officeDocument/2006/relationships/slide" Target="/ppt/slides/slide3.xml" Id="Rd9e31df618db4849" /><Relationship Type="http://schemas.openxmlformats.org/officeDocument/2006/relationships/slide" Target="/ppt/slides/slide4.xml" Id="R8e5859fc0f3f4422" /><Relationship Type="http://schemas.openxmlformats.org/officeDocument/2006/relationships/slide" Target="/ppt/slides/slide5.xml" Id="R19b5b9aaaac24bcf" /><Relationship Type="http://schemas.openxmlformats.org/officeDocument/2006/relationships/slide" Target="/ppt/slides/slide6.xml" Id="R20ecb1d858e5490c" /><Relationship Type="http://schemas.openxmlformats.org/officeDocument/2006/relationships/slide" Target="/ppt/slides/slide7.xml" Id="R939acde7ddf845ae" /><Relationship Type="http://schemas.openxmlformats.org/officeDocument/2006/relationships/slide" Target="/ppt/slides/slide8.xml" Id="R1a65f8ef9fbd4b8f" /><Relationship Type="http://schemas.openxmlformats.org/officeDocument/2006/relationships/slide" Target="/ppt/slides/slide9.xml" Id="R8a6237acc2c04b16" /><Relationship Type="http://schemas.openxmlformats.org/officeDocument/2006/relationships/slide" Target="/ppt/slides/slide10.xml" Id="Rcbc61d3ff1784330" /><Relationship Type="http://schemas.openxmlformats.org/officeDocument/2006/relationships/slide" Target="/ppt/slides/slide11.xml" Id="Rc3eb430a02864404" /><Relationship Type="http://schemas.openxmlformats.org/officeDocument/2006/relationships/slide" Target="/ppt/slides/slide12.xml" Id="R8f2a168c594e4893" /><Relationship Type="http://schemas.openxmlformats.org/officeDocument/2006/relationships/slide" Target="/ppt/slides/slide13.xml" Id="Rceb856d306db460c" /><Relationship Type="http://schemas.openxmlformats.org/officeDocument/2006/relationships/slide" Target="/ppt/slides/slide14.xml" Id="Rb0f4c95d173648f5" /><Relationship Type="http://schemas.openxmlformats.org/officeDocument/2006/relationships/slide" Target="/ppt/slides/slide15.xml" Id="R81dce22f1bd04dae" /><Relationship Type="http://schemas.openxmlformats.org/officeDocument/2006/relationships/slide" Target="/ppt/slides/slide16.xml" Id="Rfeb41aa398504f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6dbb17e33f743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fdb4ea3c764b6c" /><Relationship Type="http://schemas.openxmlformats.org/officeDocument/2006/relationships/notesMaster" Target="/ppt/notesMasters/notesMaster1.xml" Id="Rf2c72f62186349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f66852710a4b60" /><Relationship Type="http://schemas.openxmlformats.org/officeDocument/2006/relationships/notesMaster" Target="/ppt/notesMasters/notesMaster1.xml" Id="Rc755051cdf3140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b31e944ec8472c" /><Relationship Type="http://schemas.openxmlformats.org/officeDocument/2006/relationships/notesMaster" Target="/ppt/notesMasters/notesMaster1.xml" Id="R07b5272374c94c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e906a23efd4072" /><Relationship Type="http://schemas.openxmlformats.org/officeDocument/2006/relationships/notesMaster" Target="/ppt/notesMasters/notesMaster1.xml" Id="R6c02b902af014f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ec2f6eb7064bbc" /><Relationship Type="http://schemas.openxmlformats.org/officeDocument/2006/relationships/notesMaster" Target="/ppt/notesMasters/notesMaster1.xml" Id="Rc147314edb1642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e3072768034f6a" /><Relationship Type="http://schemas.openxmlformats.org/officeDocument/2006/relationships/notesMaster" Target="/ppt/notesMasters/notesMaster1.xml" Id="Re4751c77d4404e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60f43302ab49b7" /><Relationship Type="http://schemas.openxmlformats.org/officeDocument/2006/relationships/notesMaster" Target="/ppt/notesMasters/notesMaster1.xml" Id="R5f9444decbc440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f55f9cbd1b4aca" /><Relationship Type="http://schemas.openxmlformats.org/officeDocument/2006/relationships/notesMaster" Target="/ppt/notesMasters/notesMaster1.xml" Id="R73761337481946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b38a01768245bf" /><Relationship Type="http://schemas.openxmlformats.org/officeDocument/2006/relationships/notesMaster" Target="/ppt/notesMasters/notesMaster1.xml" Id="R2c586e8e40a542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c63057bde645c7" /><Relationship Type="http://schemas.openxmlformats.org/officeDocument/2006/relationships/notesMaster" Target="/ppt/notesMasters/notesMaster1.xml" Id="R91d7aabf4cc044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294085731cc4240" /><Relationship Type="http://schemas.openxmlformats.org/officeDocument/2006/relationships/notesMaster" Target="/ppt/notesMasters/notesMaster1.xml" Id="R8c916a8d57b743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ceb3a90a464e71" /><Relationship Type="http://schemas.openxmlformats.org/officeDocument/2006/relationships/notesMaster" Target="/ppt/notesMasters/notesMaster1.xml" Id="Ra915393f040149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a0ca30281e141f6" /><Relationship Type="http://schemas.openxmlformats.org/officeDocument/2006/relationships/notesMaster" Target="/ppt/notesMasters/notesMaster1.xml" Id="Rbf7f345b29cd466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0b7f9c34cd47bb" /><Relationship Type="http://schemas.openxmlformats.org/officeDocument/2006/relationships/notesMaster" Target="/ppt/notesMasters/notesMaster1.xml" Id="Re218c5f5f65e43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8264fad6d94979" /><Relationship Type="http://schemas.openxmlformats.org/officeDocument/2006/relationships/notesMaster" Target="/ppt/notesMasters/notesMaster1.xml" Id="R990803cf09724b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8ce5a70e2741a5" /><Relationship Type="http://schemas.openxmlformats.org/officeDocument/2006/relationships/notesMaster" Target="/ppt/notesMasters/notesMaster1.xml" Id="Ref7f2c17ff9346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human defense patterns,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6759a79c74a7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6f8d61ba7ce4105" /><Relationship Type="http://schemas.openxmlformats.org/officeDocument/2006/relationships/slideLayout" Target="/ppt/slideLayouts/slideLayout2.xml" Id="R6c99f4999d5b49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99f4999d5b49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787567b3a245d8" /><Relationship Type="http://schemas.openxmlformats.org/officeDocument/2006/relationships/notesSlide" Target="/ppt/notesSlides/notesSlide1.xml" Id="Rd9fd81adbc1240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0352a831d246a7" /><Relationship Type="http://schemas.openxmlformats.org/officeDocument/2006/relationships/notesSlide" Target="/ppt/notesSlides/notesSlide2.xml" Id="R9bb273af6290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a8137183bd430c" /><Relationship Type="http://schemas.openxmlformats.org/officeDocument/2006/relationships/notesSlide" Target="/ppt/notesSlides/notesSlide3.xml" Id="R1bdb7c7369c24d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d215db5d5e4553" /><Relationship Type="http://schemas.openxmlformats.org/officeDocument/2006/relationships/notesSlide" Target="/ppt/notesSlides/notesSlide4.xml" Id="Rde0adc5fb0af4e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2db7a576df4131" /><Relationship Type="http://schemas.openxmlformats.org/officeDocument/2006/relationships/notesSlide" Target="/ppt/notesSlides/notesSlide5.xml" Id="R481c28da516b4f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23e7f8359244d2" /><Relationship Type="http://schemas.openxmlformats.org/officeDocument/2006/relationships/notesSlide" Target="/ppt/notesSlides/notesSlide6.xml" Id="Rd8bad4d5a8cf49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3cf00b4f784fd6" /><Relationship Type="http://schemas.openxmlformats.org/officeDocument/2006/relationships/notesSlide" Target="/ppt/notesSlides/notesSlide7.xml" Id="R5d328323ff134e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9cbf8397e141cc" /><Relationship Type="http://schemas.openxmlformats.org/officeDocument/2006/relationships/notesSlide" Target="/ppt/notesSlides/notesSlide8.xml" Id="Rb5926f14109a42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5f82b6fc4045c3" /><Relationship Type="http://schemas.openxmlformats.org/officeDocument/2006/relationships/notesSlide" Target="/ppt/notesSlides/notesSlide9.xml" Id="Rc26fb3ed75334a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f387553ff44918" /><Relationship Type="http://schemas.openxmlformats.org/officeDocument/2006/relationships/notesSlide" Target="/ppt/notesSlides/notesSlide10.xml" Id="R838db806a5dc4d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93beee6fbe4e99" /><Relationship Type="http://schemas.openxmlformats.org/officeDocument/2006/relationships/notesSlide" Target="/ppt/notesSlides/notesSlide11.xml" Id="R4ca93f79d0144b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2c259851e14b4b" /><Relationship Type="http://schemas.openxmlformats.org/officeDocument/2006/relationships/notesSlide" Target="/ppt/notesSlides/notesSlide12.xml" Id="Rc4fce360b12240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7a556bc0f1427c" /><Relationship Type="http://schemas.openxmlformats.org/officeDocument/2006/relationships/notesSlide" Target="/ppt/notesSlides/notesSlide13.xml" Id="R820ed2490eec4e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0093264b864bd4" /><Relationship Type="http://schemas.openxmlformats.org/officeDocument/2006/relationships/notesSlide" Target="/ppt/notesSlides/notesSlide14.xml" Id="Rc8d5f0e1bf2144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554d4711264e77" /><Relationship Type="http://schemas.openxmlformats.org/officeDocument/2006/relationships/notesSlide" Target="/ppt/notesSlides/notesSlide15.xml" Id="Ra6ce721713dc48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f27370c036403e" /><Relationship Type="http://schemas.openxmlformats.org/officeDocument/2006/relationships/notesSlide" Target="/ppt/notesSlides/notesSlide16.xml" Id="Reee0247995f647b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A30237BF-AA81-43A4-93AD-4B655DB7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4FE17F-79D7-47DA-8570-907EE3C1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BC88DD1-FD26-4553-A9B3-B1E30C46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DB5E8-48E6-4D2E-8485-8A0702CD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4A73E-6DE4-4EE3-BF69-5CD81490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609F7-E29B-4C9E-8E40-26D636B9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AD807-F3E9-4548-BE05-3855C39B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3A03B-DE16-4EB3-9F1E-E6700E52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332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0000E-E197-495C-B555-8DDBE204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2CE68-215A-4F5E-8EEE-5A2435D7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00487-5A27-4176-8E5B-82CD18C7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8C782-481F-4425-8ED1-A22019BE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AA691-16A6-4E31-9E0E-0104CEC3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284116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5E43D22-E9AC-4DA6-8108-F751EC82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C09050C-BD16-4D1F-A463-8CF5F74E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2E7169-EA75-41C2-A415-9FCF76FD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21A7AA6-E943-46AF-83B2-089E4111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67D71-4D84-46B3-AF81-04075610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5EAD9-9581-4A2C-B43A-40F32EDD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A162B-1E31-4676-AE78-94E1F0C5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917CAB-1E5C-486D-BFCB-85F5B53E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41F46-22E5-435A-8CF9-E6C163B3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FA8FF-88D1-4D23-B17A-38189115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AE1E4A-DF8A-4129-A037-C48433C7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3ADDA-090F-4252-9A7B-875D0FFE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7934F5F-2A81-4E55-82C2-3B5818FF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067FE77-570D-44A6-82CE-441438FE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15971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A1E9340-BF78-4876-87DB-AAEF9785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C3FAECD-202A-46A8-B126-ABF49FEC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9D3150-1D0D-4951-9066-4F24E3F9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841E23C-85F5-497D-9B4D-A28245F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28937-7B46-47EC-B6FB-2DCCE06F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79883-368B-491A-AD21-08B1F83D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CA32A-2420-45B0-A51C-6A412211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5E78A-2DDC-478C-B1D0-AAF2338A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4DFE2-DA05-4F3A-8965-B97036A9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1FDF8-920F-4B4D-888C-3264580B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D74DA-ACCE-467A-984B-C4EFBFD9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B1F3C-FE41-4DEC-97D4-D693ABE4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07567-5D78-418E-B806-390343BE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C3D59-3DA6-456E-8BC9-271D87AF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7A90459-E347-40E3-8366-DF0FA2EF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0C63A69-0138-4243-AD12-297ED273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631487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BBF1982-6326-4368-8765-42321CF2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710FA7E-139A-41ED-9E48-568FF366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4E55BB-22E1-45A8-B260-4FBB7322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D40384-64F1-4252-BE04-33C1FB6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16C36-AAB1-4F2B-AD1F-331D018B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98F2F2-3D82-4760-855E-6D7757A1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CA7BE-E156-4FFF-B972-38386F69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D0FA3-5E91-4307-ADF6-5BC038C7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C6F1C-BC10-4570-A554-55CE73A7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EBEAF-2F28-4FDD-8761-20D5E509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D9B43-A912-4144-AC1A-52205481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E9848-89B8-4693-B685-69D2C5FB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FB39FF-656B-4272-8ADD-EDFCF72A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3ADEB7-D43D-4512-B1FD-25A5CBF4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BC9F0-A0AE-4382-B0F8-605DE562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05EDA3-DA42-4BFB-AB8D-4A329275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F9E0E-264C-4750-95E7-86447C94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8A5357-049A-4C65-AC28-375F09D6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D1397F-2D8E-4AA3-9569-D8C65B5E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2065C97-EA77-4C46-9C4C-67F3B74C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5AC7ECB-F004-4727-8C76-90A4C9F9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915854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E959592-C9EB-4169-96F6-816B3B9F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0CA6ED4-FB84-41DD-99C6-6FE4024F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291B9C-E4E7-4DC2-9CC9-79AD82AA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A66DC5B-9099-4FBD-92AD-09BC472A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50519-AFB2-4F0F-95ED-D65AD5D8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E732A-7711-4106-B931-0AA4D0CA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D27F0-581A-4ED1-80E3-3BF2475C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A2504-A494-4ED3-95D2-1436D624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2B8413-D43A-497C-97C4-1DFBF7C9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0CD3C3-DE7E-4070-904E-ECCB209B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5A44B-7CA8-4C38-9FE7-BDBC4CE19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AAFEE-CE7A-4EED-B181-F1FC4972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14B70-5ECC-4700-AC2C-AB77A41B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49241-BAC5-43B3-B9C7-987FD391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B19F5-2FA1-4A0C-9D3B-777864CC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D137FBF-D488-4B06-A56F-38ED9B4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1FDD594-6B2F-4C17-B088-0B0A20A0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423397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1E1B7C6-10F1-42EB-B1D4-47B0681B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CE1AAF5-6994-45B7-AAF7-FE46BA1B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DA45FD-327D-4C32-B432-F0127B89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C71344E-C84F-4EA0-B8D9-EFCE8A83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EE6D4-913A-4C28-9F8B-C27DAB9F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14F556-0AB7-4F99-A233-A0E2641D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3B383-5945-4BFB-9AC2-1B04CE5F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B8480B-7367-4033-903D-2B129C14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B5F17-13C9-4153-9485-0EEE8C34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3603E-EB38-407F-B47D-8D21E8CC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05E9D-0945-4C68-B66D-A5606CB5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D2A27-EABF-4D39-A400-128E67A1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9D5BD5-8FEA-41BC-B147-DE0C2EBB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629A3E-A6BB-4BC8-8575-D98CC541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89CB0-A778-421A-92C5-090C0B05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178C8-7031-474A-9CBF-002D1C31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3C694-F642-4990-9B41-D48A1225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F08C1-7059-4FB9-BA15-EBE7EE8C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CD7B0D-B446-4AB3-9178-F623344B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9879A1-1D3C-4D71-832A-D210D821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9B2A92-65FD-41AE-99C7-34E6F54B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74DBA-A235-4CE7-B9C8-19BC2071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D10972-1B46-44DF-96AF-A82B96CD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79894-24E2-462C-9BB7-9F51E35C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D17157-3F5C-4014-AC56-89239111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49017F-E072-43F3-9F7D-52A0B094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B7682F-AD6F-4BFB-AE42-3631D80E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C22E72-42C4-4926-9514-A6690A7E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366A05E-00C1-46D5-8F40-68C00503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73E1E2E-9BE7-4324-AA35-1B52406A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46039295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66F3D3AF-4017-4224-896D-20672B788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37A634C-60E3-4B35-887A-E1F1E443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CC568D-357C-42CF-9EA6-B526E442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0D20908-38A0-4C22-8A61-9905DE36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4A19F-77EC-40AF-B6A3-688C703A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1F026-BA0A-4F7B-8292-5FC8917D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3D477-5B25-4F5E-BA0E-3B558285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3818A-A0B8-472C-8946-731784DB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15D20-0E84-45B2-A51C-30E20944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9E174-E21D-4977-AFA5-9324C58C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E216A5-A953-489E-BC69-80BDFFA5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035BB-C0A4-49D4-B905-20C8F162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BEA4-8464-48C8-BC95-802E57CA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9443D-DDAC-418D-A66B-85357EAA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CE117-0079-483A-9B39-F6650F3B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27B23A-0318-4740-8029-DFD7CBFF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B0B97E-F9D8-47C4-85EC-C49C6925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6A31B1-734F-4C50-A8F2-638BBDEB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C97B8-4D98-4D65-ACDB-F3FF81F7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68446C-7945-4BBD-B546-C5F3851B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0D05EB-3F44-4B05-8528-FFB49F5A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9EDF7E-8BEE-4F3A-A60F-B4BF9FDB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BCBE71-1658-463B-843A-00F23660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C8995F-A49C-417C-BE27-3ABC3D05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5C60D63A-A66F-456B-B6A3-E3ECF595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B76E3B1-3E10-41D2-9F7E-3713F0E9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4497346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E70A715-BB81-41AA-BB0F-8E1E6FE2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D400C23-B048-45DC-AFCD-FEA99AA7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07D584-9252-432E-B457-8DF35807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21AEAA8-B428-4EE6-90AC-76515894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E66F25-DA57-44A4-9892-DD8C7B2B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EF78D-7308-4307-ABB3-123D3E3B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725AF-966B-4835-A3CD-92EE3D18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273B9-5800-49FF-BBC3-92FA9CF6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7BF81-BD88-4A75-BA0D-7B333006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B4C41-E1DE-4D6B-9D13-D5995152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A59C7-0AE9-4848-98F7-2C482739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6FA7F1-A697-4E7E-9AB7-BB9F2ECA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Human factors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138D6F-EA05-4C98-A51E-5F7563C3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Defense/disclosure cues become inference limits and next-question strategy, not patient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D8EC6-7AAB-4128-98AA-155771A8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4C6F8-A2E8-4673-A9FE-B316DFA4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BAAF9-AB23-4BA7-AFC9-4F863DCE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B821AC5-79CE-4924-A339-585D2FC5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528678F5-745B-4AF7-8DAE-6D48C5BB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705641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15F07C4-2D71-4A0A-9099-5987097D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E175620-5B43-4A39-8939-132D8610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26EFFE-4278-4999-A2B7-60941A71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AFC0D92-43DC-41A5-8F8B-F5ACE49F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8C89E-2F26-4FA0-884B-46034C92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08FB01-D831-437B-AA3B-82D0AA86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3C3D3-E3A0-4E23-A141-ED9B2BE8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386BA-545E-4EEE-B3C8-3E657668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1E548-B893-49F0-BECF-A3C0D903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D2A01-4E45-449B-B8F4-2D1EB1D3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73EA6-7E34-4A0E-BAEE-D754E1F3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7564D-DF1D-430A-BCF9-9F5B330C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332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AE697-A026-4435-86EF-CEAFF518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8B8A6-F2CD-4238-82AB-B1AE1BD7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1C1D0-3AD4-443F-B9F4-3B4122D5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FAC275-7761-412C-A5B4-2F3A6F93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81A74EB-190E-4B32-8821-35D0F178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79B47CC-D49C-4C8E-8B59-F0AA474C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8960371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07C2EF1E-8854-46BE-832C-80AA273C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68844C8-A6E1-4824-B84B-B2E7C989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A3CFF-D264-4E56-A9A5-80EA2569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46C774F-3192-4150-999A-6B9D4B8B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80B99B-9190-4A7D-922F-5D2472FE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0D435-EDDB-4906-BA3B-C95F8888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85365-F3B0-4779-A8E7-70475E04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12F127-82C0-4092-ADAA-C17EAFCA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B058F2-0765-4E73-B285-9D5130AF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68482-AAA1-4DE3-9680-2E45ACB6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298A4-97F1-4985-AA69-91531785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7C60E-1EDC-4868-A5CB-BFE13D42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A96D4E-617F-46DC-8016-93AC29D0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AA4311-8895-47A1-8F64-C4CA30F7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A2FA1-FAEE-4579-9546-9A46917C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B1A8BF-12D0-45DD-8468-816CA82B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B16AD98-A686-4DCC-B3F7-7D5BE4AC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8FE28E3-8054-4979-9837-768613FA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443189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B903E5F-41BD-4265-91D6-870AEFC9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14207E0-25A3-4417-90DE-94DF0A94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3030C9-1BFA-420A-985A-8B1F7AFB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5C21849-25EA-4871-95B5-D18FFA38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78A44-EC15-470C-B8A3-3C18CD1B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CEF1F-1006-491F-89FD-1EA091BD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0E492-42AF-4082-966F-0788D5DF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99D2F-3319-4670-AD49-15F60CB2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F9F2D-2CF8-41D2-881C-BF272AF1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1C4CAF-BCF4-43BB-8538-AD0F20D0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8FEFE-FC6A-45DE-AD3D-C539314A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58494-F8BE-4A3D-A567-19D341E5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7CEA1-8618-4802-8044-3E2EE5C9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4936FDF-9059-455F-A687-4601D567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FBE17FE-DC38-4BE2-AA7C-B73355D3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807720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888CF8A1-3576-414E-B2E9-B7E05249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CA87A8E-2C6B-401F-89F9-1151344E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6AA8DB-D29F-4336-8CDC-59E9FD86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F455C71-40F4-4A82-AF9F-CF54C146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FE08F-402C-4A49-A7D2-456F4010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DBA7C-EF87-4D90-B1C6-2D69BC03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98DC04-8FEC-4D17-A9BD-E195B866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D2EEF-706D-4E9E-8A28-54E2F11F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412C7-7579-4647-BC18-08548BCD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EC1AB-9E32-4964-B916-D175E3A7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22580-794E-4CF0-A945-DA608547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43FB9-1C3D-480B-9A06-E6BAF8AD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DB2DBF-BD81-4F98-8A99-29987857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FBA3F9-79CB-417A-AE9A-7BED2232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DD896B-9F7C-4010-A3FF-160757EA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2B273-C1A8-43ED-87C8-93D97B25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8B56A-4E17-4301-97FD-3B23A086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FF826-0A0B-4B49-B9F7-742368A2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F0D1A-1DBC-4523-B54E-41EE96D8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686D14-B8BB-41E6-8F03-0C442E77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DD584F-C51E-4D7A-951E-06FEB944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2282F-CF85-455E-88D3-8EA965C5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9055695-C80B-41C3-B9F5-29133F0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AE8E1CF-CD0F-4FD7-9E5A-26FDE8AD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24764384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EEAF2EC-652E-44A6-949D-E4155801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2866784-AB1F-4FCE-B120-F95E2D6D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5EE8E8-DEF2-4328-BF9A-D291F2B5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93366EF-FE3A-46DA-93F4-9266C731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FE3003-AA52-42A3-8349-7CFA9B3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C16D6-BCC4-407B-B10D-B7E6406B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D0F89-8DA8-415B-B33F-E8DD0645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60DA8-CC17-445F-9058-46A9CC73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CD026-804A-4B06-94DF-DD26738D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7E4BE-CD80-4759-BCA2-593CD098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6C136-91D6-410B-ACD7-AA7DF7DE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52DAA-2842-4995-AA4A-A7AAF35C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B8782A-9C43-4252-9AC6-7E4A6524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A393A3-D8C4-4268-B47C-297161AA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582808C-3EB1-45AB-8E82-B5D95AC7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57C7F6D-E9DD-4913-9428-AE48CC45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66360780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3DDF3F7-E61A-44BE-8797-73EA54CC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2B8FC83-2CFF-407A-8AFD-2D06D8CA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A4662D-0867-4D1A-A0FE-905C2DF5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49788AB-5DA7-4456-A20B-AC8394A50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56FA9-5003-430E-BC80-F2FFBB2F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9404B-006B-46EB-8FD0-02ABC5C3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35931-8E74-46BA-AB76-B18C41FE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73EC2-CABB-4AFE-A939-6740DCE7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11911-C60A-4BA1-AC24-ED1A96BD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ACA64-4C30-41F8-9460-F3A0FF51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E27A5-5E54-4427-8A89-361BDA81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300A34-8747-4EE0-A006-7BA321B4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4FABB-EFC6-4965-BE73-5226775A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FB2D7A-85E3-4DEE-9F98-CAEBDFC1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C3E0B03-B00E-408A-8E40-6B3F4973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F6157AE-0C4B-4835-A967-8AF8C22B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2019717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40A4A56C-5C57-487C-BF5E-6D34A931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698276E-CB4E-4755-9CE3-89E7D0AD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0B0DCF-43FB-4FE7-91D8-9668BA2B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E3B5186-7D45-444B-BE3F-6C7703A8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C3D3D-E966-4E49-9B19-957685A6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2EBF4-E831-40A5-9422-4C44E392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75AB8-019B-43A6-9109-DA0A3A5F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5879C-71C1-45F9-B623-26C82EFC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3515F-B39A-4A9A-A5F6-2546F200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80E1F-4B3B-46FB-B8C1-88CE863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48C2A-2E8C-451E-B02A-043FFF71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B4B57-6B10-4B24-9E7A-1B5DDC78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211DC-FCE0-4F88-A552-B86A9036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C85CA-6B01-4800-999B-0542CEA3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0ECB65-360B-4565-8B41-F306A4FC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F963C-6EAB-406F-ADF1-4BBD5211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ADF64D-0342-469B-9C46-EA427249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CA777F6-6724-4D0A-862D-A1255409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5445248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1C1EC10-00EF-4B5D-91E0-9999D56B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2E6B594-B3CA-4B25-AB46-3D827EE2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35C7DC-AA8B-432B-89EC-251B6BA1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66157DF-8900-42D1-9AED-862069F6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82453-0CA1-4952-93D8-C04C336C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DAF6A-9954-40B8-9440-6E5B7EDA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B6428-DC11-434A-ACF8-48BA920B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73EAE-50B4-4F18-A6CC-CA1E8040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A300E-E736-4502-84B9-B06D808B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40EE0-AD5E-4DC8-8E93-51B6F375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7152A-3C4A-4D77-AECA-E0D8B63A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0D2E9-1AB4-4612-8AA3-6E6957BA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5A2EC7-8136-4D54-8316-D23B68F2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C85F9-D1EF-4526-BC30-14949AA8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2A505-2515-42D8-947C-6AF76D1E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1751508-CD2E-4556-A20D-83C520B0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C2CB7DC-3F6C-401B-8963-E161B08F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8747716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2026-04-28T14:34:22.6430000Z</dcterms:created>
  <dcterms:modified xsi:type="dcterms:W3CDTF">2026-04-28T14:34:22.6430000Z</dcterms:modified>
</coreProperties>
</file>